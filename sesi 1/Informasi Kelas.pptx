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5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24fea1a5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24fea1a5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24fea1a5b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24fea1a5b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24fea1a5b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24fea1a5b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24fea1a5b2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24fea1a5b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rive.google.com/drive/folders/1K43t1OnW3-v2PWEUypUqBFyf6Gpes_FV?usp=sharing" TargetMode="External"/><Relationship Id="rId4" Type="http://schemas.openxmlformats.org/officeDocument/2006/relationships/hyperlink" Target="https://classroom.google.com/c/NDk0NTg2MzMxMTAy?cjc=aoblxd5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Informasi Kelas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Batch 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Rules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d"/>
              <a:t>Wajib menggunakan laptop/komputer, jika tidak ada bisa pinjam dulu, karena course ini prakteknya full menggunakan laptop atau komputer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d"/>
              <a:t>Mohon mic di “mute” selama kelas, jika ingin bertanya silakan raise hand sebelum unmute. Pertanyaan juga bisa diajukan melalui chat google meet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d"/>
              <a:t>Tidak wajib on cam, jika oncam harus bersikap sopan (tidak sambil makan, merokok, dll)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Absen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Absen 2x, isi link di google classroom dan kirim nomor absen di google meet. Silakan kirim nomor absen kalian ke chat di google meet</a:t>
            </a:r>
            <a:endParaRPr>
              <a:solidFill>
                <a:srgbClr val="2021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Nomor absen bisa dicek di google classroom, scroll paling bawah</a:t>
            </a:r>
            <a:endParaRPr>
              <a:solidFill>
                <a:srgbClr val="2021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d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Batas telat join google meet 19.30 WIB, lewat dari itu tidak diabsen</a:t>
            </a:r>
            <a:br>
              <a:rPr lang="id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id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(kecuali sudah izin sebelumnya melalui google classroom)</a:t>
            </a:r>
            <a:endParaRPr>
              <a:solidFill>
                <a:srgbClr val="2021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Tugas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Tugas ada 3: Assignment 1 (Sesi 2), Assignment 2 (Sesi 3), Final Project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/>
              <a:t>Assignment 1 dan 2 dikumpulkan di kode.id dan di google classroom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/>
              <a:t>Final Project dikumpulkan di google classroom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Informasi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Seluruh informasi ada di google drive: </a:t>
            </a:r>
            <a:r>
              <a:rPr lang="id" u="sng">
                <a:solidFill>
                  <a:schemeClr val="hlink"/>
                </a:solidFill>
                <a:hlinkClick r:id="rId3"/>
              </a:rPr>
              <a:t>https://drive.google.com/drive/folders/1K43t1OnW3-v2PWEUypUqBFyf6Gpes_FV?usp=sharing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/>
              <a:t>dan google classroom: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 u="sng">
                <a:solidFill>
                  <a:schemeClr val="hlink"/>
                </a:solidFill>
                <a:hlinkClick r:id="rId4"/>
              </a:rPr>
              <a:t>https://classroom.google.com/c/NDk0NTg2MzMxMTAy?cjc=aoblxd5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